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7680960" cy="4572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103120"/>
            <a:ext cx="4572000" cy="36576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Georgia"/>
              </a:rPr>
              <a:t>LAWIA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i="1">
                <a:solidFill>
                  <a:srgbClr val="D4A853"/>
                </a:solidFill>
                <a:latin typeface="Georgia"/>
              </a:rPr>
              <a:t>L'IA au service de la Justice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94A3B8"/>
                </a:solidFill>
                <a:latin typeface="Georgia"/>
              </a:rPr>
              <a:t>Cabinet d'avocats spécialisé en dommage corporel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6995160"/>
            <a:ext cx="4572000" cy="36576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8686800"/>
            <a:ext cx="9144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8686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lawia-skills-mcp.netlify.app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Georgia"/>
              </a:rPr>
              <a:t>Nos Expertises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6576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3657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7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853"/>
                </a:solidFill>
                <a:latin typeface="Georgia"/>
              </a:rPr>
              <a:t>Accident de la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Georgia"/>
              </a:rPr>
              <a:t>Indemnisation intégrale des victimes de la circulation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560320"/>
            <a:ext cx="36576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560320"/>
            <a:ext cx="3657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92607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853"/>
                </a:solidFill>
                <a:latin typeface="Georgia"/>
              </a:rPr>
              <a:t>Accident du travail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7490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Georgia"/>
              </a:rPr>
              <a:t>Faute inexcusable et préjudices complémentaires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36576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3657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69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853"/>
                </a:solidFill>
                <a:latin typeface="Georgia"/>
              </a:rPr>
              <a:t>Responsabilité médicale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4922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Georgia"/>
              </a:rPr>
              <a:t>Erreur médicale et aléa thérapeutique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5303520"/>
            <a:ext cx="36576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5303520"/>
            <a:ext cx="3657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5669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853"/>
                </a:solidFill>
                <a:latin typeface="Georgia"/>
              </a:rPr>
              <a:t>Droit de la famille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64922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Georgia"/>
              </a:rPr>
              <a:t>Divorce, garde d'enfants, pension alimentaire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8686800"/>
            <a:ext cx="9144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8686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LAWIA SKILLS — L'IA au service de la Justice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5943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Georgia"/>
              </a:rPr>
              <a:t>Consultation Gratuite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200400"/>
            <a:ext cx="3657600" cy="36576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i="1">
                <a:solidFill>
                  <a:srgbClr val="D4A853"/>
                </a:solidFill>
                <a:latin typeface="Georgia"/>
              </a:rPr>
              <a:t>L'IA analyse, l'avocat plaide.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89204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4800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Georgia"/>
              </a:rPr>
              <a:t>Analyse IA en 48h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553212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5440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Georgia"/>
              </a:rPr>
              <a:t>Stratégie personnalisée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6172199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60807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Georgia"/>
              </a:rPr>
              <a:t>Honoraires de résultat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6858000"/>
            <a:ext cx="45720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6858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lawia-skills-mcp.netlify.app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8686800"/>
            <a:ext cx="9144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8686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LAWIA SKILLS — L'IA au service de la Justice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